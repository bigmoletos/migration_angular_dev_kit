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Migration Angular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3B3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Version 5 → 20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d'avancement projet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4023360"/>
            <a:ext cx="2743200" cy="27432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Migration PWC  |  Janvier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2618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enjeux du projet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019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migration adoptée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5420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outils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1821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d'avancement actuel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8221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et prochaines étapes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4622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identifiés et mitigations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Contexte et Enjeux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Actuelle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5.2.0 en production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2 343 composants à migrer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écrans applicatifs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partagée (500+ clients)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technique croissante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 Stratégiques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support Angular 5 (sécurité)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et maintenabilité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 navigateurs modernes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Productivité développeurs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Stratégie de Migration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incrémentale par paliers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554480" cy="5486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v5→6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331720" y="1463040"/>
            <a:ext cx="1554480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v6→8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86200" y="14630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114800" y="1463040"/>
            <a:ext cx="1554480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v8→12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897880" y="1463040"/>
            <a:ext cx="1554480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589788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v12→16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52360" y="14630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680960" y="1463040"/>
            <a:ext cx="1554480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v16→20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clés de la stratégie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743200"/>
            <a:ext cx="2651760" cy="73152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 avant CLIENT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33832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de la librairie partagée en premier pour garantir la compatibilité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743200"/>
            <a:ext cx="2651760" cy="73152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29000" y="33832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Codemods et scripts pour réduire les erreurs manuelles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743200"/>
            <a:ext cx="2651760" cy="73152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continue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63640" y="338328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tests après chaque palier avant de continuer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 et Outils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des Repositories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2103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3B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C:\repo_hps\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pwc-ui-shared-v4-ia/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(librairie partagée)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pwc-ui-v4-ia/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(application client)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7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scripts_outils_ia/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codemods/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IA des tâches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87452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état migration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37744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377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jscodeshift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Codemods automatisés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88036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versions Node.js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Codemods Développés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20574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69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B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rxjs-imports.js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RxJS 5→6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4023360"/>
            <a:ext cx="20574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2697480" y="4069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B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viewchild-static.js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97480" y="4434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7→8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023360"/>
            <a:ext cx="20574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4069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B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module-with-providers.js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434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9→10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4023360"/>
            <a:ext cx="20574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40690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B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console-to-logger.js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4434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État d'Avancement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18288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Préparation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Outillage &amp; Configuration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005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Réalisées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3716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Analyse complète des 2 repos (2343 composants)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Configuration Kiro workspace multi-projets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Développement des 4 codemods de migration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Scripts de diagnostic et installation stack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Documentation technique complète (MODOP)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3200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35661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Validation de l'héritage Kiro parent/enfant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Installation et test Strands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Globale Phase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4617720"/>
            <a:ext cx="5486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4617720"/>
            <a:ext cx="4114800" cy="1828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4526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Planning et Prochaines Étapes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54480"/>
            <a:ext cx="36576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1097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Outillage, configs, documentation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20040" cy="32004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331720"/>
            <a:ext cx="36576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874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5 → 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Fév-Mar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1874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6, ViewChild static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20040" cy="32004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108960"/>
            <a:ext cx="36576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8 → 12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Avr-Mai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0" y="2651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Ivy, ModuleWithProviders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3886200"/>
            <a:ext cx="36576" cy="5029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429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12 → 16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3429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Juin-Juil 2026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3429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320040" cy="32004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206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0312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16 → 20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8912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Août-Sep 2026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60720" y="4206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dernières migrations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074920"/>
            <a:ext cx="822960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Risques et Mitigations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0" y="1005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63040"/>
            <a:ext cx="73152" cy="6400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Régressions fonctionnelles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1463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+ validation par palier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103120"/>
            <a:ext cx="73152" cy="6400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03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Incompatibilités librairie/clients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1031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LIB first + build systématique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43200"/>
            <a:ext cx="73152" cy="6400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Délais dépassés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743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743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codemods + checkpoints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contexte équipe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33832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MODOP + Strands state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023360"/>
            <a:ext cx="73152" cy="6400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23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tierces obsolètes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0" y="4023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4023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préalable + plan de remplacement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63B3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retenir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Migration incrémentale par paliers (5 phases)</a:t>
            </a:r>
            <a:endParaRPr lang="en-US" sz="16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Automatisation maximale via codemods et IA</a:t>
            </a:r>
            <a:endParaRPr lang="en-US" sz="16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Validation continue : LIB first, tests, checkpoints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Migration PWC  |  migration-angular@pwc.com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 Angular 5 → 20</dc:title>
  <dc:subject>Présentation d'avancement projet</dc:subject>
  <dc:creator>Équipe Migration PWC</dc:creator>
  <cp:lastModifiedBy>Équipe Migration PWC</cp:lastModifiedBy>
  <cp:revision>1</cp:revision>
  <dcterms:created xsi:type="dcterms:W3CDTF">2026-01-31T15:07:18Z</dcterms:created>
  <dcterms:modified xsi:type="dcterms:W3CDTF">2026-01-31T15:07:18Z</dcterms:modified>
</cp:coreProperties>
</file>